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SafeGuard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Proactive Child Online Safety &amp; Digital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Phase 2 — Project Progress &amp; Working MVP</a:t>
            </a:r>
          </a:p>
          <a:p>
            <a:pPr>
              <a:spcAft>
                <a:spcPts val="1000"/>
              </a:spcAft>
              <a:defRPr sz="2200"/>
            </a:pPr>
            <a:r>
              <a:t>Theme: Cyber Security, Blockchain &amp; Digital Trust</a:t>
            </a:r>
          </a:p>
          <a:p>
            <a:pPr>
              <a:spcAft>
                <a:spcPts val="1000"/>
              </a:spcAft>
              <a:defRPr sz="2200"/>
            </a:pPr>
            <a:r>
              <a:t>Team: Cognitive Crew</a:t>
            </a:r>
          </a:p>
          <a:p>
            <a:pPr>
              <a:spcAft>
                <a:spcPts val="1000"/>
              </a:spcAft>
              <a:defRPr sz="2200"/>
            </a:pPr>
            <a:r>
              <a:t>Team Members: Niveditha B N • Nisarga B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Why existing online safety approaches are insufficient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Children face online risks including cyberbullying, manipulation, grooming-like behavior, PII harvesting and social engineering.</a:t>
            </a:r>
          </a:p>
          <a:p>
            <a:pPr>
              <a:spcAft>
                <a:spcPts val="1000"/>
              </a:spcAft>
              <a:defRPr sz="1800"/>
            </a:pPr>
            <a:r>
              <a:t>Many moderation systems are reactive: Harm occurs → Child reports → Platform reviews → Action.</a:t>
            </a:r>
          </a:p>
          <a:p>
            <a:pPr>
              <a:spcAft>
                <a:spcPts val="1000"/>
              </a:spcAft>
              <a:defRPr sz="1800"/>
            </a:pPr>
            <a:r>
              <a:t>Single-message keyword filters are context-blind: they can produce false positives while missing multi-turn manipulation.</a:t>
            </a:r>
          </a:p>
          <a:p>
            <a:pPr>
              <a:spcAft>
                <a:spcPts val="1000"/>
              </a:spcAft>
              <a:defRPr sz="1800"/>
            </a:pPr>
            <a:r>
              <a:t>Children may hesitate to self-report, allowing risk to escalate before intervention.</a:t>
            </a:r>
          </a:p>
          <a:p>
            <a:pPr>
              <a:spcAft>
                <a:spcPts val="1000"/>
              </a:spcAft>
              <a:defRPr sz="1800"/>
            </a:pPr>
            <a:r>
              <a:t>Over-surveillance can compromise privacy and trust, while storing raw child conversations creates additional data-exposure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Move from isolated message moderation to behavioral risk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SafeGuard AI analyzes conversation context and behavioral trajectories rather than judging messages independently.</a:t>
            </a:r>
          </a:p>
          <a:p>
            <a:pPr>
              <a:spcAft>
                <a:spcPts val="1000"/>
              </a:spcAft>
              <a:defRPr sz="1800"/>
            </a:pPr>
            <a:r>
              <a:t>Tracks patterns such as: Trust Building → Secrecy → PII Request → Coercion.</a:t>
            </a:r>
          </a:p>
          <a:p>
            <a:pPr>
              <a:spcAft>
                <a:spcPts val="1000"/>
              </a:spcAft>
              <a:defRPr sz="1800"/>
            </a:pPr>
            <a:r>
              <a:t>Maintains short-lived conversation state and calculates a dynamic risk index.</a:t>
            </a:r>
          </a:p>
          <a:p>
            <a:pPr>
              <a:spcAft>
                <a:spcPts val="1000"/>
              </a:spcAft>
              <a:defRPr sz="1800"/>
            </a:pPr>
            <a:r>
              <a:t>Provides proportional, age-aware safety interventions based on risk severity.</a:t>
            </a:r>
          </a:p>
          <a:p>
            <a:pPr>
              <a:spcAft>
                <a:spcPts val="1000"/>
              </a:spcAft>
              <a:defRPr sz="1800"/>
            </a:pPr>
            <a:r>
              <a:t>Uses privacy-by-design principles: ephemeral state, minimized oversight data, PII guardrails and explainable risk factors.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Progress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Phase 2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✓ Defined the end-to-end SafeGuard AI architecture and component boundaries.</a:t>
            </a:r>
          </a:p>
          <a:p>
            <a:pPr>
              <a:spcAft>
                <a:spcPts val="1000"/>
              </a:spcAft>
              <a:defRPr sz="1700"/>
            </a:pPr>
            <a:r>
              <a:t>✓ Designed the two-tier inference flow: fast screening followed by contextual analysis.</a:t>
            </a:r>
          </a:p>
          <a:p>
            <a:pPr>
              <a:spcAft>
                <a:spcPts val="1000"/>
              </a:spcAft>
              <a:defRPr sz="1700"/>
            </a:pPr>
            <a:r>
              <a:t>✓ Implemented the dynamic risk-engine concept and multi-signal aggregation approach.</a:t>
            </a:r>
          </a:p>
          <a:p>
            <a:pPr>
              <a:spcAft>
                <a:spcPts val="1000"/>
              </a:spcAft>
              <a:defRPr sz="1700"/>
            </a:pPr>
            <a:r>
              <a:t>✓ Defined LOW / MEDIUM / HIGH / CRITICAL intervention tiers.</a:t>
            </a:r>
          </a:p>
          <a:p>
            <a:pPr>
              <a:spcAft>
                <a:spcPts val="1000"/>
              </a:spcAft>
              <a:defRPr sz="1700"/>
            </a:pPr>
            <a:r>
              <a:t>✓ Designed PII guardrails and anonymized oversight data flow.</a:t>
            </a:r>
          </a:p>
          <a:p>
            <a:pPr>
              <a:spcAft>
                <a:spcPts val="1000"/>
              </a:spcAft>
              <a:defRPr sz="1700"/>
            </a:pPr>
            <a:r>
              <a:t>✓ Designed simulated chat + live risk visualizer + trusted-adult dashboard for the MVP demo.</a:t>
            </a:r>
          </a:p>
          <a:p>
            <a:pPr>
              <a:spcAft>
                <a:spcPts val="1000"/>
              </a:spcAft>
              <a:defRPr sz="1700"/>
            </a:pPr>
            <a:r>
              <a:t>✓ Added testing, privacy and error-handling requirements for a production-style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Core MVP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Real-time simulated child-safe chat analysis</a:t>
            </a:r>
          </a:p>
          <a:p>
            <a:pPr>
              <a:spcAft>
                <a:spcPts val="1000"/>
              </a:spcAft>
              <a:defRPr sz="1700"/>
            </a:pPr>
            <a:r>
              <a:t>Multi-turn conversation context and short-lived state</a:t>
            </a:r>
          </a:p>
          <a:p>
            <a:pPr>
              <a:spcAft>
                <a:spcPts val="1000"/>
              </a:spcAft>
              <a:defRPr sz="1700"/>
            </a:pPr>
            <a:r>
              <a:t>Behavioral signal detection: toxicity, secrecy, isolation, coercion, PII solicitation and escalation</a:t>
            </a:r>
          </a:p>
          <a:p>
            <a:pPr>
              <a:spcAft>
                <a:spcPts val="1000"/>
              </a:spcAft>
              <a:defRPr sz="1700"/>
            </a:pPr>
            <a:r>
              <a:t>Dynamic 0–100 risk score with LOW / MEDIUM / HIGH / CRITICAL classification</a:t>
            </a:r>
          </a:p>
          <a:p>
            <a:pPr>
              <a:spcAft>
                <a:spcPts val="1000"/>
              </a:spcAft>
              <a:defRPr sz="1700"/>
            </a:pPr>
            <a:r>
              <a:t>Explainable AI: concrete reasons behind risk changes</a:t>
            </a:r>
          </a:p>
          <a:p>
            <a:pPr>
              <a:spcAft>
                <a:spcPts val="1000"/>
              </a:spcAft>
              <a:defRPr sz="1700"/>
            </a:pPr>
            <a:r>
              <a:t>Proportional safety nudges and escalation guidance</a:t>
            </a:r>
          </a:p>
          <a:p>
            <a:pPr>
              <a:spcAft>
                <a:spcPts val="1000"/>
              </a:spcAft>
              <a:defRPr sz="1700"/>
            </a:pPr>
            <a:r>
              <a:t>PII protection and masking</a:t>
            </a:r>
          </a:p>
          <a:p>
            <a:pPr>
              <a:spcAft>
                <a:spcPts val="1000"/>
              </a:spcAft>
              <a:defRPr sz="1700"/>
            </a:pPr>
            <a:r>
              <a:t>Anonymized trusted-adult / moderator dashboard</a:t>
            </a:r>
          </a:p>
          <a:p>
            <a:pPr>
              <a:spcAft>
                <a:spcPts val="1000"/>
              </a:spcAft>
              <a:defRPr sz="1700"/>
            </a:pPr>
            <a:r>
              <a:t>Risk trend visualization and synthetic demo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Two-tier inference + stateful risk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User / Demo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React + TypeScript</a:t>
            </a:r>
          </a:p>
          <a:p>
            <a:pPr algn="ctr">
              <a:defRPr sz="1100"/>
            </a:pPr>
            <a:r>
              <a:t>Tailwind + Recharts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FastAPI / WebSocket</a:t>
            </a:r>
          </a:p>
          <a:p>
            <a:pPr algn="ctr">
              <a:defRPr sz="1100"/>
            </a:pPr>
            <a: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Tier 1</a:t>
            </a:r>
          </a:p>
          <a:p>
            <a:pPr algn="ctr">
              <a:defRPr sz="1100"/>
            </a:pPr>
            <a:r>
              <a:t>Fast Screening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Tier 2</a:t>
            </a:r>
          </a:p>
          <a:p>
            <a:pPr algn="ctr">
              <a:defRPr sz="1100"/>
            </a:pPr>
            <a:r>
              <a:t>Contextual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01168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State + Risk Engine</a:t>
            </a:r>
          </a:p>
          <a:p>
            <a:pPr algn="ctr">
              <a:defRPr sz="1100"/>
            </a:pPr>
            <a:r>
              <a:t>TTL / 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201168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Safety Intervention +</a:t>
            </a:r>
          </a:p>
          <a:p>
            <a:pPr algn="ctr">
              <a:defRPr sz="1100"/>
            </a:pPr>
            <a:r>
              <a:t>Anonymized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2860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860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2860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Technology stack: Python, FastAPI, React, TypeScript, Tailwind CSS, Recharts, Hugging Face Transformers, Redis/ephemeral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Engine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Dynamic risk is driven by context and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Current risk is updated using an exponentially weighted risk model:</a:t>
            </a:r>
          </a:p>
          <a:p>
            <a:pPr>
              <a:spcAft>
                <a:spcPts val="1000"/>
              </a:spcAft>
              <a:defRPr sz="1700"/>
            </a:pPr>
            <a:r>
              <a:t>Rt = λRt−1 + (1 − λ)St</a:t>
            </a:r>
          </a:p>
          <a:p>
            <a:pPr>
              <a:spcAft>
                <a:spcPts val="1000"/>
              </a:spcAft>
              <a:defRPr sz="1700"/>
            </a:pPr>
            <a:r>
              <a:t>St combines multiple signals: toxicity + behavioral anomaly + PII solicitation + coercion + secrecy/isolation + escalation.</a:t>
            </a:r>
          </a:p>
          <a:p>
            <a:pPr>
              <a:spcAft>
                <a:spcPts val="1000"/>
              </a:spcAft>
              <a:defRPr sz="1700"/>
            </a:pPr>
            <a:r>
              <a:t>λ is configurable (Phase 1 proposal: 0.7), allowing recent behavior to influence the current risk while retaining short-term context.</a:t>
            </a:r>
          </a:p>
          <a:p>
            <a:pPr>
              <a:spcAft>
                <a:spcPts val="1000"/>
              </a:spcAft>
              <a:defRPr sz="1700"/>
            </a:pPr>
            <a:r>
              <a:t>The score is normalized to 0–100 and mapped to proportional interventions.</a:t>
            </a:r>
          </a:p>
          <a:p>
            <a:pPr>
              <a:spcAft>
                <a:spcPts val="1000"/>
              </a:spcAft>
              <a:defRPr sz="1700"/>
            </a:pPr>
            <a:r>
              <a:t>The system treats the score as a prototype safety indicator — not a definitive judgment about a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Classification &amp;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Safety response scales with behavioral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LOW (0–29): Silent passthrough; normal conversation continues.</a:t>
            </a:r>
          </a:p>
          <a:p>
            <a:pPr>
              <a:spcAft>
                <a:spcPts val="1000"/>
              </a:spcAft>
              <a:defRPr sz="1800"/>
            </a:pPr>
            <a:r>
              <a:t>MEDIUM (30–59): Non-intrusive safety nudge and reminder not to share sensitive information.</a:t>
            </a:r>
          </a:p>
          <a:p>
            <a:pPr>
              <a:spcAft>
                <a:spcPts val="1000"/>
              </a:spcAft>
              <a:defRPr sz="1800"/>
            </a:pPr>
            <a:r>
              <a:t>HIGH (60–79): Stronger warning, pause/report guidance and trusted-adult recommendation.</a:t>
            </a:r>
          </a:p>
          <a:p>
            <a:pPr>
              <a:spcAft>
                <a:spcPts val="1000"/>
              </a:spcAft>
              <a:defRPr sz="1800"/>
            </a:pPr>
            <a:r>
              <a:t>CRITICAL (80–100): Strong safety warning, protective message handling in the demo, reporting guidance and trusted-adult escalation.</a:t>
            </a:r>
          </a:p>
          <a:p>
            <a:pPr>
              <a:spcAft>
                <a:spcPts val="1000"/>
              </a:spcAft>
              <a:defRPr sz="1800"/>
            </a:pPr>
            <a:r>
              <a:t>Every intervention is accompanied by explainable trigger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Privacy-by-Design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Protect children without turning the system into invasive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Ephemeral conversation state with configurable TTL; Phase 1 target: 15-minute memory window.</a:t>
            </a:r>
          </a:p>
          <a:p>
            <a:pPr>
              <a:spcAft>
                <a:spcPts val="1000"/>
              </a:spcAft>
              <a:defRPr sz="1700"/>
            </a:pPr>
            <a:r>
              <a:t>No permanent storage of raw chat transcripts in the oversight workflow.</a:t>
            </a:r>
          </a:p>
          <a:p>
            <a:pPr>
              <a:spcAft>
                <a:spcPts val="1000"/>
              </a:spcAft>
              <a:defRPr sz="1700"/>
            </a:pPr>
            <a:r>
              <a:t>Moderator/trusted-adult view receives anonymized risk indicators and metadata rather than unnecessary raw conversations.</a:t>
            </a:r>
          </a:p>
          <a:p>
            <a:pPr>
              <a:spcAft>
                <a:spcPts val="1000"/>
              </a:spcAft>
              <a:defRPr sz="1700"/>
            </a:pPr>
            <a:r>
              <a:t>PII guardrails detect requests for phone numbers, school/location information, passwords and other sensitive identifiers.</a:t>
            </a:r>
          </a:p>
          <a:p>
            <a:pPr>
              <a:spcAft>
                <a:spcPts val="1000"/>
              </a:spcAft>
              <a:defRPr sz="1700"/>
            </a:pPr>
            <a:r>
              <a:t>Explainable AI exposes concrete risk factors instead of opaque percentages.</a:t>
            </a:r>
          </a:p>
          <a:p>
            <a:pPr>
              <a:spcAft>
                <a:spcPts val="1000"/>
              </a:spcAft>
              <a:defRPr sz="1700"/>
            </a:pPr>
            <a:r>
              <a:t>Privacy and safety are treated as design requirements, not post-processing.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Engineering and safety challenges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Context challenge: distinguishing harmless peer conversation from genuinely concerning multi-turn patterns.</a:t>
            </a:r>
          </a:p>
          <a:p>
            <a:pPr>
              <a:spcAft>
                <a:spcPts val="1000"/>
              </a:spcAft>
              <a:defRPr sz="1700"/>
            </a:pPr>
            <a:r>
              <a:t>False positives vs. false negatives: safety detection must be sensitive without unnecessarily disrupting normal conversations.</a:t>
            </a:r>
          </a:p>
          <a:p>
            <a:pPr>
              <a:spcAft>
                <a:spcPts val="1000"/>
              </a:spcAft>
              <a:defRPr sz="1700"/>
            </a:pPr>
            <a:r>
              <a:t>State management: retaining enough short-term context for escalation detection while minimizing data retention.</a:t>
            </a:r>
          </a:p>
          <a:p>
            <a:pPr>
              <a:spcAft>
                <a:spcPts val="1000"/>
              </a:spcAft>
              <a:defRPr sz="1700"/>
            </a:pPr>
            <a:r>
              <a:t>Explainability: converting model/signal outputs into understandable reasons for children and trusted adults.</a:t>
            </a:r>
          </a:p>
          <a:p>
            <a:pPr>
              <a:spcAft>
                <a:spcPts val="1000"/>
              </a:spcAft>
              <a:defRPr sz="1700"/>
            </a:pPr>
            <a:r>
              <a:t>Privacy: designing oversight without exposing unnecessary child conversation data.</a:t>
            </a:r>
          </a:p>
          <a:p>
            <a:pPr>
              <a:spcAft>
                <a:spcPts val="1000"/>
              </a:spcAft>
              <a:defRPr sz="1700"/>
            </a:pPr>
            <a:r>
              <a:t>Real-time performance: separating fast screening from deeper contextual analysis to reduce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From hackathon MVP to deployable safety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Phase 1 / MVP: Simulated chat + real-time dynamic risk visualizer + explainable interventions.</a:t>
            </a:r>
          </a:p>
          <a:p>
            <a:pPr>
              <a:spcAft>
                <a:spcPts val="1000"/>
              </a:spcAft>
              <a:defRPr sz="1700"/>
            </a:pPr>
            <a:r>
              <a:t>Phase 2: SDK/API integrations for platforms such as Discord, Roblox and EdTech environments.</a:t>
            </a:r>
          </a:p>
          <a:p>
            <a:pPr>
              <a:spcAft>
                <a:spcPts val="1000"/>
              </a:spcAft>
              <a:defRPr sz="1700"/>
            </a:pPr>
            <a:r>
              <a:t>Phase 3: Explore on-device/local small-language-model inference for lower latency and stronger privacy.</a:t>
            </a:r>
          </a:p>
          <a:p>
            <a:pPr>
              <a:spcAft>
                <a:spcPts val="1000"/>
              </a:spcAft>
              <a:defRPr sz="1700"/>
            </a:pPr>
            <a:r>
              <a:t>Expand multilingual safety detection and improve robustness across communication styles.</a:t>
            </a:r>
          </a:p>
          <a:p>
            <a:pPr>
              <a:spcAft>
                <a:spcPts val="1000"/>
              </a:spcAft>
              <a:defRPr sz="1700"/>
            </a:pPr>
            <a:r>
              <a:t>Evaluate on carefully curated, privacy-conscious datasets with precision, recall and F1 monitoring.</a:t>
            </a:r>
          </a:p>
          <a:p>
            <a:pPr>
              <a:spcAft>
                <a:spcPts val="1000"/>
              </a:spcAft>
              <a:defRPr sz="1700"/>
            </a:pPr>
            <a:r>
              <a:t>Add stronger human-in-the-loop moderation workflows and auditability.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Impact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Proactive • Context-Aware • Stateful • Explainable • Privacy-Preserving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SafeGuard AI shifts child online safety from reactive reporting toward early detection of escalating behavioral risk.</a:t>
            </a:r>
          </a:p>
          <a:p>
            <a:pPr>
              <a:spcAft>
                <a:spcPts val="1000"/>
              </a:spcAft>
              <a:defRPr sz="1800"/>
            </a:pPr>
            <a:r>
              <a:t>Multi-turn context helps identify patterns that isolated keyword filters can miss.</a:t>
            </a:r>
          </a:p>
          <a:p>
            <a:pPr>
              <a:spcAft>
                <a:spcPts val="1000"/>
              </a:spcAft>
              <a:defRPr sz="1800"/>
            </a:pPr>
            <a:r>
              <a:t>Proportional interventions reduce unnecessary disruption while escalating serious concerns appropriately.</a:t>
            </a:r>
          </a:p>
          <a:p>
            <a:pPr>
              <a:spcAft>
                <a:spcPts val="1000"/>
              </a:spcAft>
              <a:defRPr sz="1800"/>
            </a:pPr>
            <a:r>
              <a:t>Privacy-by-design minimizes raw-chat exposure and supports digital trust.</a:t>
            </a:r>
          </a:p>
          <a:p>
            <a:pPr>
              <a:spcAft>
                <a:spcPts val="1000"/>
              </a:spcAft>
              <a:defRPr sz="1800"/>
            </a:pPr>
            <a:r>
              <a:t>The MVP demonstrates a practical foundation for safer digital learning, gaming and communication environments.</a:t>
            </a:r>
          </a:p>
          <a:p>
            <a:pPr>
              <a:spcAft>
                <a:spcPts val="1000"/>
              </a:spcAft>
              <a:defRPr sz="1800"/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64B912-E1F5-482B-C6F6-A7DD0F7331B6}"/>
              </a:ext>
            </a:extLst>
          </p:cNvPr>
          <p:cNvSpPr txBox="1"/>
          <p:nvPr/>
        </p:nvSpPr>
        <p:spPr>
          <a:xfrm>
            <a:off x="511277" y="275303"/>
            <a:ext cx="23141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Snapshots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2C3121-49DC-2E6E-1A97-E7A35CC24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1" y="1179871"/>
            <a:ext cx="11287433" cy="549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6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7C261-AC45-A6E4-A112-A083BD68E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6" y="531812"/>
            <a:ext cx="11700388" cy="57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54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6E5A94-8A36-0E46-EAE8-262C79BE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531812"/>
            <a:ext cx="11759380" cy="57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142C8-5152-8E6A-558A-B129E712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531812"/>
            <a:ext cx="11749550" cy="57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15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39D916-839F-D706-1654-E2EA3050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531812"/>
            <a:ext cx="11749548" cy="57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50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1016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Niveditha B N</dc:creator>
  <cp:keywords/>
  <dc:description>generated using python-pptx</dc:description>
  <cp:lastModifiedBy>Niveditha B N</cp:lastModifiedBy>
  <cp:revision>2</cp:revision>
  <dcterms:created xsi:type="dcterms:W3CDTF">2013-01-27T09:14:16Z</dcterms:created>
  <dcterms:modified xsi:type="dcterms:W3CDTF">2026-08-27T16:45:59Z</dcterms:modified>
  <cp:category/>
</cp:coreProperties>
</file>